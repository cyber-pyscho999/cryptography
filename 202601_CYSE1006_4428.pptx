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6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3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2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1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8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1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8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6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0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36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6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62447-552B-4912-93DD-D4EC475AEDB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ACAF0-1513-4571-ABF6-AFC33ED86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4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202601_CYSE1006_4428</a:t>
            </a:r>
            <a:br>
              <a:rPr lang="en-US" dirty="0" smtClean="0"/>
            </a:br>
            <a:r>
              <a:rPr lang="en-US" dirty="0" smtClean="0"/>
              <a:t>Cryptography &amp; Data Encryption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Renz </a:t>
            </a:r>
            <a:r>
              <a:rPr lang="en-US" dirty="0" smtClean="0"/>
              <a:t>Dexter Ward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99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Password : KRYPTONISGREAT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Explanation :</a:t>
            </a:r>
          </a:p>
          <a:p>
            <a:pPr marL="0" indent="0">
              <a:buNone/>
            </a:pPr>
            <a:r>
              <a:rPr lang="en-US" dirty="0" smtClean="0"/>
              <a:t>This is encoding and not encryption. Easy to decode since everyone has access to the base64 index table and can easily reverse it. There are no keys or passwords involved.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952" y="365125"/>
            <a:ext cx="5687591" cy="355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0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2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1312" y="18909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Password : ROTTEN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Explanation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The krypton challenge stated that it is ‘encrypted’ using a simple rotation. It was hinting that it could be a simple ROT13 cipher which is a substitution cipher.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026" y="154648"/>
            <a:ext cx="8143103" cy="420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24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0074" y="0"/>
            <a:ext cx="8456551" cy="387794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9157" y="4128999"/>
            <a:ext cx="11887555" cy="1780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 smtClean="0"/>
              <a:t>Password : CAESARISEASY</a:t>
            </a:r>
          </a:p>
          <a:p>
            <a:endParaRPr lang="en-US" sz="3300" dirty="0"/>
          </a:p>
          <a:p>
            <a:r>
              <a:rPr lang="en-US" sz="3300" dirty="0" smtClean="0"/>
              <a:t>Explanation: </a:t>
            </a:r>
          </a:p>
          <a:p>
            <a:r>
              <a:rPr lang="en-US" sz="3300" dirty="0" smtClean="0"/>
              <a:t>We had access to an encrypt binary that can encrypt any text I provide(Chosen-Plain Text attack)</a:t>
            </a:r>
          </a:p>
          <a:p>
            <a:r>
              <a:rPr lang="en-US" sz="3300" dirty="0" smtClean="0"/>
              <a:t>Brute-forced it using Caesar cipher, until it formed a word.</a:t>
            </a:r>
          </a:p>
          <a:p>
            <a:r>
              <a:rPr lang="en-US" sz="3300" dirty="0" smtClean="0"/>
              <a:t>We chose letter ‘A’ because in a Caesar cipher the letter A represents position 0. Meaning the formula will just output the key</a:t>
            </a:r>
          </a:p>
          <a:p>
            <a:r>
              <a:rPr lang="en-US" sz="3300" dirty="0" smtClean="0"/>
              <a:t>The encrypt binary runs with the permission of krypton3 because it has a </a:t>
            </a:r>
            <a:r>
              <a:rPr lang="en-US" sz="3300" dirty="0" err="1" smtClean="0"/>
              <a:t>setuid</a:t>
            </a:r>
            <a:r>
              <a:rPr lang="en-US" sz="3300" dirty="0" smtClean="0"/>
              <a:t> bit</a:t>
            </a:r>
          </a:p>
          <a:p>
            <a:r>
              <a:rPr lang="en-US" sz="3300" dirty="0" smtClean="0"/>
              <a:t>Set up a temporary directory in /</a:t>
            </a:r>
            <a:r>
              <a:rPr lang="en-US" sz="3300" dirty="0" err="1" smtClean="0"/>
              <a:t>tmp</a:t>
            </a:r>
            <a:r>
              <a:rPr lang="en-US" sz="3300" dirty="0" smtClean="0"/>
              <a:t> and used symbolic link to point the binary to the keyfile.dat.</a:t>
            </a:r>
          </a:p>
          <a:p>
            <a:r>
              <a:rPr lang="en-US" sz="3300" dirty="0" smtClean="0"/>
              <a:t>Permission to 777 so it can write the result into my folder.</a:t>
            </a:r>
          </a:p>
          <a:p>
            <a:r>
              <a:rPr lang="en-US" sz="3300" dirty="0" smtClean="0"/>
              <a:t>The encrypt code’s output was M which was an offset. It was 12 instead of 2. But we just tried going up and down a couple of shifts and test it out.</a:t>
            </a:r>
            <a:endParaRPr lang="en-US" sz="3300" dirty="0"/>
          </a:p>
          <a:p>
            <a:endParaRPr lang="en-US" sz="3300" dirty="0" smtClean="0"/>
          </a:p>
        </p:txBody>
      </p:sp>
    </p:spTree>
    <p:extLst>
      <p:ext uri="{BB962C8B-B14F-4D97-AF65-F5344CB8AC3E}">
        <p14:creationId xmlns:p14="http://schemas.microsoft.com/office/powerpoint/2010/main" val="251242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85" y="-50800"/>
            <a:ext cx="9345329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Password : BRUTE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We used frequency analysis since we knew that the same key was used and the plaintext were in the English language. </a:t>
            </a:r>
          </a:p>
          <a:p>
            <a:pPr marL="0" indent="0">
              <a:buNone/>
            </a:pPr>
            <a:r>
              <a:rPr lang="en-US" dirty="0" smtClean="0"/>
              <a:t>We looked for patterns like the double ‘VV’ which the common short words could be ‘LL’ or ‘EE’. </a:t>
            </a:r>
          </a:p>
          <a:p>
            <a:pPr marL="0" indent="0">
              <a:buNone/>
            </a:pPr>
            <a:r>
              <a:rPr lang="en-US" dirty="0" smtClean="0"/>
              <a:t>The most common was S and it could be E, so we tried different values until it formed an English word.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368" y="0"/>
            <a:ext cx="6964603" cy="30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7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5724"/>
            <a:ext cx="12179948" cy="65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6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207992"/>
            <a:ext cx="10515600" cy="4351338"/>
          </a:xfrm>
        </p:spPr>
        <p:txBody>
          <a:bodyPr/>
          <a:lstStyle/>
          <a:p>
            <a:r>
              <a:rPr lang="en-US" dirty="0" smtClean="0"/>
              <a:t>Password : CLEARTEXT</a:t>
            </a:r>
          </a:p>
          <a:p>
            <a:r>
              <a:rPr lang="en-US" dirty="0" smtClean="0"/>
              <a:t>Key used = FREKEY</a:t>
            </a:r>
          </a:p>
          <a:p>
            <a:r>
              <a:rPr lang="en-US" dirty="0" smtClean="0"/>
              <a:t>The problem with the previous cipher was letter E always becomes the same cipher text. Making it vulnerable to frequency analysis.</a:t>
            </a:r>
          </a:p>
          <a:p>
            <a:pPr marL="0" indent="0">
              <a:buNone/>
            </a:pPr>
            <a:r>
              <a:rPr lang="en-US" dirty="0" smtClean="0"/>
              <a:t>We have the key length, so the key repeats every 6 characters. Using the exact same shift for every 1</a:t>
            </a:r>
            <a:r>
              <a:rPr lang="en-US" baseline="30000" dirty="0" smtClean="0"/>
              <a:t>st</a:t>
            </a:r>
            <a:r>
              <a:rPr lang="en-US" dirty="0" smtClean="0"/>
              <a:t> 7</a:t>
            </a:r>
            <a:r>
              <a:rPr lang="en-US" baseline="30000" dirty="0" smtClean="0"/>
              <a:t>th</a:t>
            </a:r>
            <a:r>
              <a:rPr lang="en-US" dirty="0" smtClean="0"/>
              <a:t> and 13</a:t>
            </a:r>
            <a:r>
              <a:rPr lang="en-US" baseline="30000" dirty="0" smtClean="0"/>
              <a:t>th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We performed a periodic analysis of the longer </a:t>
            </a:r>
            <a:r>
              <a:rPr lang="en-US" dirty="0" err="1" smtClean="0"/>
              <a:t>ciphertext</a:t>
            </a:r>
            <a:r>
              <a:rPr lang="en-US" dirty="0" smtClean="0"/>
              <a:t> files we found.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24" y="0"/>
            <a:ext cx="8632276" cy="406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3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170" y="205581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Password : RANDOM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Here we have no clue of what the key length is.</a:t>
            </a:r>
            <a:br>
              <a:rPr lang="en-US" dirty="0" smtClean="0"/>
            </a:br>
            <a:r>
              <a:rPr lang="en-US" dirty="0" smtClean="0"/>
              <a:t>We used the data from the found files to do a frequency analysis.</a:t>
            </a:r>
          </a:p>
          <a:p>
            <a:pPr marL="0" indent="0">
              <a:buNone/>
            </a:pPr>
            <a:r>
              <a:rPr lang="en-US" dirty="0" smtClean="0"/>
              <a:t>The test proved it was randomized. We then </a:t>
            </a:r>
            <a:r>
              <a:rPr lang="en-US" dirty="0"/>
              <a:t>s</a:t>
            </a:r>
            <a:r>
              <a:rPr lang="en-US" dirty="0" smtClean="0"/>
              <a:t>plit the </a:t>
            </a:r>
            <a:r>
              <a:rPr lang="en-US" dirty="0" err="1"/>
              <a:t>C</a:t>
            </a:r>
            <a:r>
              <a:rPr lang="en-US" dirty="0" err="1" smtClean="0"/>
              <a:t>iphertext</a:t>
            </a:r>
            <a:r>
              <a:rPr lang="en-US" dirty="0" smtClean="0"/>
              <a:t> into different sized groups or columns, 6 columns jumped the score. It tells us the secret password has 6 letters. </a:t>
            </a:r>
          </a:p>
          <a:p>
            <a:pPr marL="0" indent="0">
              <a:buNone/>
            </a:pPr>
            <a:r>
              <a:rPr lang="en-US" dirty="0" smtClean="0"/>
              <a:t>Frequency analysis was used on each of the 6 position or index.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132" y="0"/>
            <a:ext cx="8546868" cy="384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6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2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Password : LSFRISNOTRANDOM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We used a custom plaintext attack</a:t>
            </a:r>
          </a:p>
          <a:p>
            <a:pPr marL="0" indent="0">
              <a:buNone/>
            </a:pPr>
            <a:r>
              <a:rPr lang="en-US" dirty="0" smtClean="0"/>
              <a:t>Compared the found files to the encrypted version</a:t>
            </a:r>
          </a:p>
          <a:p>
            <a:pPr marL="0" indent="0">
              <a:buNone/>
            </a:pPr>
            <a:r>
              <a:rPr lang="en-US" dirty="0" smtClean="0"/>
              <a:t>We used the repeating pattern from the “random” generator. Which outputted 30 repeating bytes. </a:t>
            </a:r>
          </a:p>
          <a:p>
            <a:pPr marL="0" indent="0">
              <a:buNone/>
            </a:pPr>
            <a:r>
              <a:rPr lang="en-US" dirty="0" smtClean="0"/>
              <a:t>We just put A since A = 0, so this would output the key itself.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412067"/>
            <a:ext cx="503144" cy="3326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829" y="-120808"/>
            <a:ext cx="6502400" cy="432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6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444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202601_CYSE1006_4428 Cryptography &amp; Data Encryption</vt:lpstr>
      <vt:lpstr>Level 1</vt:lpstr>
      <vt:lpstr>Level 2</vt:lpstr>
      <vt:lpstr>Level 3</vt:lpstr>
      <vt:lpstr>PowerPoint Presentation</vt:lpstr>
      <vt:lpstr>Level 4</vt:lpstr>
      <vt:lpstr>PowerPoint Presentation</vt:lpstr>
      <vt:lpstr>Level 5</vt:lpstr>
      <vt:lpstr>Level 6</vt:lpstr>
      <vt:lpstr>PowerPoint Presentation</vt:lpstr>
      <vt:lpstr>Level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202601_CYSE1006_4428 Cryptography &amp; Data Encryption</dc:title>
  <dc:creator>Renz Ward</dc:creator>
  <cp:lastModifiedBy>Renz Ward</cp:lastModifiedBy>
  <cp:revision>29</cp:revision>
  <dcterms:created xsi:type="dcterms:W3CDTF">2026-03-24T01:52:14Z</dcterms:created>
  <dcterms:modified xsi:type="dcterms:W3CDTF">2026-04-20T06:21:15Z</dcterms:modified>
</cp:coreProperties>
</file>